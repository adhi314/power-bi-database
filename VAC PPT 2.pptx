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91E5E-A670-4853-AC49-CE3F4757DEE6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78703-B742-4495-8E68-6772B1B05E1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91E5E-A670-4853-AC49-CE3F4757DEE6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78703-B742-4495-8E68-6772B1B05E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91E5E-A670-4853-AC49-CE3F4757DEE6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78703-B742-4495-8E68-6772B1B05E1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91E5E-A670-4853-AC49-CE3F4757DEE6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78703-B742-4495-8E68-6772B1B05E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91E5E-A670-4853-AC49-CE3F4757DEE6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78703-B742-4495-8E68-6772B1B05E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91E5E-A670-4853-AC49-CE3F4757DEE6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8078703-B742-4495-8E68-6772B1B05E1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91E5E-A670-4853-AC49-CE3F4757DEE6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78703-B742-4495-8E68-6772B1B05E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91E5E-A670-4853-AC49-CE3F4757DEE6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A8078703-B742-4495-8E68-6772B1B05E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00691E5E-A670-4853-AC49-CE3F4757DEE6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78703-B742-4495-8E68-6772B1B05E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91E5E-A670-4853-AC49-CE3F4757DEE6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78703-B742-4495-8E68-6772B1B05E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91E5E-A670-4853-AC49-CE3F4757DEE6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78703-B742-4495-8E68-6772B1B05E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00691E5E-A670-4853-AC49-CE3F4757DEE6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A8078703-B742-4495-8E68-6772B1B05E1D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0D7398C-75E5-4CB0-BA4F-D7D5CF2495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572" y="2235976"/>
            <a:ext cx="7837852" cy="1697080"/>
          </a:xfrm>
        </p:spPr>
        <p:txBody>
          <a:bodyPr>
            <a:normAutofit/>
          </a:bodyPr>
          <a:lstStyle/>
          <a:p>
            <a:pPr algn="ctr"/>
            <a:r>
              <a:rPr lang="en-US" sz="8000" dirty="0">
                <a:solidFill>
                  <a:schemeClr val="tx1">
                    <a:lumMod val="75000"/>
                  </a:schemeClr>
                </a:solidFill>
              </a:rPr>
              <a:t>Power BI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C5BFB45-FC34-495C-9C68-F9641246C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8024" y="3717032"/>
            <a:ext cx="3581306" cy="2088282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ADITHYAN B</a:t>
            </a:r>
          </a:p>
          <a:p>
            <a:pPr algn="r"/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25MIB003</a:t>
            </a:r>
          </a:p>
        </p:txBody>
      </p:sp>
      <p:pic>
        <p:nvPicPr>
          <p:cNvPr id="1026" name="Picture 2" descr="POWER BI LOGO1">
            <a:extLst>
              <a:ext uri="{FF2B5EF4-FFF2-40B4-BE49-F238E27FC236}">
                <a16:creationId xmlns:a16="http://schemas.microsoft.com/office/drawing/2014/main" xmlns="" id="{6239A9A9-AEFF-6AB9-51B1-64236F929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78603" y="476518"/>
            <a:ext cx="677582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152082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87BA158-20FA-DB51-C7D1-2576D2D1ED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576" y="1988840"/>
            <a:ext cx="7848872" cy="280831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solidFill>
                  <a:schemeClr val="tx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DATASET REGARDING MUSIC ARTIST (DATA CLEANING , DATA MODELING &amp; VISUALIZATION)</a:t>
            </a:r>
            <a:r>
              <a:rPr lang="en-US" sz="4000" dirty="0"/>
              <a:t/>
            </a:r>
            <a:br>
              <a:rPr lang="en-US" sz="4000" dirty="0"/>
            </a:b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xmlns="" val="1723099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17DDE740-C06A-6DC3-C4A8-3943DD418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918" y="1066800"/>
            <a:ext cx="1659254" cy="692238"/>
          </a:xfrm>
        </p:spPr>
        <p:txBody>
          <a:bodyPr/>
          <a:lstStyle/>
          <a:p>
            <a:r>
              <a:rPr lang="en-IN" dirty="0">
                <a:solidFill>
                  <a:schemeClr val="tx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FORMAT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3939B45-C063-9626-8495-6DE0C022D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530" y="1814310"/>
            <a:ext cx="2028877" cy="3699456"/>
          </a:xfrm>
        </p:spPr>
        <p:txBody>
          <a:bodyPr>
            <a:normAutofit/>
          </a:bodyPr>
          <a:lstStyle/>
          <a:p>
            <a:pPr algn="just"/>
            <a:r>
              <a:rPr lang="en-IN" sz="1400" dirty="0">
                <a:latin typeface="Times New Roman" pitchFamily="18" charset="0"/>
                <a:cs typeface="Times New Roman" pitchFamily="18" charset="0"/>
              </a:rPr>
              <a:t>FORMAT IS BEEN USED TO ADD NEW COLUMN OR MODIFY EXITING COLUMN WITH CHARACTERS LIKE LOWERCASE,UPPERCASE,CAPITALIZED , TRIM, CLEAN AND FUNCTIONS LIKE PREFIX AND SUFFIX.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96116DF8-67A9-4C8D-9F7E-2CB86639991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11947" y="412124"/>
            <a:ext cx="6790386" cy="623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26704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7C6CC26C-16D4-3FB8-4D84-2B96B79C3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00" y="1066801"/>
            <a:ext cx="2035961" cy="1039969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chemeClr val="tx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DATE FUNCTION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F41FCA2D-B57B-47BD-B536-BB607E091EF3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900" y="2179435"/>
            <a:ext cx="2035961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The date function is used to categorize the current column or create a new column that distinguishes between the following: year, month, week, quarter, day, and age.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4A76879F-F814-48B5-8A90-58B55AC6096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60242" y="387468"/>
            <a:ext cx="6767859" cy="621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95821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4703FF96-5814-D5EC-03FF-3C14B43B0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17" y="874792"/>
            <a:ext cx="1813801" cy="1091485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SPLIT</a:t>
            </a:r>
            <a:r>
              <a:rPr lang="en-IN" sz="2800" dirty="0">
                <a:solidFill>
                  <a:schemeClr val="tx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>
                <a:solidFill>
                  <a:schemeClr val="tx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COLUMN</a:t>
            </a:r>
            <a:endParaRPr lang="en-IN" sz="2800" dirty="0">
              <a:solidFill>
                <a:schemeClr val="tx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5702FE7-9D6B-78AE-8F25-A073A61279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206" y="1966276"/>
            <a:ext cx="2044622" cy="2627290"/>
          </a:xfrm>
        </p:spPr>
        <p:txBody>
          <a:bodyPr>
            <a:norm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SPLITS THE COLUMN WITH ACCORDANCE OF  DELIMITER, LENGHTH OF CHARACTER&amp; POSITION.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LOWERCASE TO UPPERCASE &amp;  VICE-VERSA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DIGIT TO NON- DIGIT &amp; VICE-VERSA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en-IN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01890A3B-D299-46E5-A6BF-0C3C0BE24CA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86238" y="334852"/>
            <a:ext cx="6816146" cy="627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58373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5A3B677-6CFE-9CAE-7118-F15543952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chemeClr val="tx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FUNCTION OF MAXIMUM AND MINIMUM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9596BAC-CF0F-B569-1CC7-65D645B4F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544" y="1844824"/>
            <a:ext cx="4040188" cy="838200"/>
          </a:xfrm>
        </p:spPr>
        <p:txBody>
          <a:bodyPr/>
          <a:lstStyle/>
          <a:p>
            <a:r>
              <a:rPr lang="en-IN" dirty="0">
                <a:solidFill>
                  <a:schemeClr val="tx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MAX FUNCTION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5C271D1E-94B9-BDF5-8C45-985C6D8BA49C}"/>
              </a:ext>
            </a:extLst>
          </p:cNvPr>
          <p:cNvSpPr>
            <a:spLocks noGrp="1"/>
          </p:cNvSpPr>
          <p:nvPr>
            <p:ph type="body" sz="half" idx="3"/>
          </p:nvPr>
        </p:nvSpPr>
        <p:spPr>
          <a:xfrm>
            <a:off x="4644008" y="1844824"/>
            <a:ext cx="4041775" cy="838200"/>
          </a:xfrm>
        </p:spPr>
        <p:txBody>
          <a:bodyPr/>
          <a:lstStyle/>
          <a:p>
            <a:r>
              <a:rPr lang="en-IN" dirty="0">
                <a:solidFill>
                  <a:schemeClr val="tx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MIN FUNCTON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xmlns="" id="{FC99CF3A-D1CB-434D-A618-F7FAF3A0835E}"/>
              </a:ext>
            </a:extLst>
          </p:cNvPr>
          <p:cNvPicPr>
            <a:picLocks noGrp="1" noChangeAspect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>
          <a:xfrm>
            <a:off x="457200" y="2402268"/>
            <a:ext cx="4040188" cy="2172526"/>
          </a:xfr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xmlns="" id="{C8B30001-0F91-47F7-8D14-BDD71C1885B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 cstate="print"/>
          <a:stretch>
            <a:fillRect/>
          </a:stretch>
        </p:blipFill>
        <p:spPr>
          <a:xfrm>
            <a:off x="4645025" y="2399332"/>
            <a:ext cx="4041775" cy="2178398"/>
          </a:xfrm>
        </p:spPr>
      </p:pic>
    </p:spTree>
    <p:extLst>
      <p:ext uri="{BB962C8B-B14F-4D97-AF65-F5344CB8AC3E}">
        <p14:creationId xmlns:p14="http://schemas.microsoft.com/office/powerpoint/2010/main" xmlns="" val="4141861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21A98B3-A171-F279-C177-3ECAAC8AD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332656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chemeClr val="tx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FUNCTION OF SUM AND AVERAGE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B146C56-7EEE-B46A-A2D9-DA6DB3CF0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536" y="1700808"/>
            <a:ext cx="4040188" cy="838200"/>
          </a:xfrm>
        </p:spPr>
        <p:txBody>
          <a:bodyPr/>
          <a:lstStyle/>
          <a:p>
            <a:r>
              <a:rPr lang="en-IN" dirty="0">
                <a:solidFill>
                  <a:schemeClr val="tx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SUM FUNCTION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51E26F4-95EB-48F9-83DD-9D7626A434C3}"/>
              </a:ext>
            </a:extLst>
          </p:cNvPr>
          <p:cNvSpPr>
            <a:spLocks noGrp="1"/>
          </p:cNvSpPr>
          <p:nvPr>
            <p:ph type="body" sz="half" idx="3"/>
          </p:nvPr>
        </p:nvSpPr>
        <p:spPr>
          <a:xfrm>
            <a:off x="4644008" y="1700808"/>
            <a:ext cx="4041775" cy="838200"/>
          </a:xfrm>
        </p:spPr>
        <p:txBody>
          <a:bodyPr/>
          <a:lstStyle/>
          <a:p>
            <a:r>
              <a:rPr lang="en-IN" dirty="0" smtClean="0">
                <a:solidFill>
                  <a:schemeClr val="tx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AVERAGE FUNCTION</a:t>
            </a:r>
            <a:endParaRPr lang="en-IN" dirty="0">
              <a:solidFill>
                <a:schemeClr val="tx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xmlns="" id="{2B5763FD-9FBE-4979-8244-315343FE3BDC}"/>
              </a:ext>
            </a:extLst>
          </p:cNvPr>
          <p:cNvPicPr>
            <a:picLocks noGrp="1" noChangeAspect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>
          <a:xfrm>
            <a:off x="457200" y="2400674"/>
            <a:ext cx="4040188" cy="2175714"/>
          </a:xfr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xmlns="" id="{81DA6874-DE66-49A9-8F4C-6AA2855010A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 cstate="print"/>
          <a:stretch>
            <a:fillRect/>
          </a:stretch>
        </p:blipFill>
        <p:spPr>
          <a:xfrm>
            <a:off x="4645025" y="2400361"/>
            <a:ext cx="4041775" cy="2176340"/>
          </a:xfrm>
        </p:spPr>
      </p:pic>
    </p:spTree>
    <p:extLst>
      <p:ext uri="{BB962C8B-B14F-4D97-AF65-F5344CB8AC3E}">
        <p14:creationId xmlns:p14="http://schemas.microsoft.com/office/powerpoint/2010/main" xmlns="" val="617607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5242DC-B46D-119E-F65E-AA348F302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0"/>
            <a:ext cx="7765321" cy="927100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tx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REPORT VIEW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xmlns="" id="{259D6368-7234-4942-9BDB-57BD51F7BFD4}"/>
              </a:ext>
            </a:extLst>
          </p:cNvPr>
          <p:cNvPicPr>
            <a:picLocks noGrp="1" noChangeAspect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>
          <a:xfrm>
            <a:off x="251520" y="1052736"/>
            <a:ext cx="8640961" cy="5328592"/>
          </a:xfrm>
        </p:spPr>
      </p:pic>
    </p:spTree>
    <p:extLst>
      <p:ext uri="{BB962C8B-B14F-4D97-AF65-F5344CB8AC3E}">
        <p14:creationId xmlns:p14="http://schemas.microsoft.com/office/powerpoint/2010/main" xmlns="" val="4124338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2564904"/>
            <a:ext cx="8229600" cy="1143000"/>
          </a:xfrm>
        </p:spPr>
        <p:txBody>
          <a:bodyPr/>
          <a:lstStyle/>
          <a:p>
            <a:pPr algn="ctr"/>
            <a:r>
              <a:rPr lang="en-US" b="1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THANK YOU</a:t>
            </a:r>
            <a:endParaRPr lang="en-US" b="1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ic">
  <a:themeElements>
    <a:clrScheme name="Trek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12</TotalTime>
  <Words>132</Words>
  <Application>Microsoft Office PowerPoint</Application>
  <PresentationFormat>On-screen Show (4:3)</PresentationFormat>
  <Paragraphs>20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Technic</vt:lpstr>
      <vt:lpstr>Power BI</vt:lpstr>
      <vt:lpstr>DATASET REGARDING MUSIC ARTIST (DATA CLEANING , DATA MODELING &amp; VISUALIZATION) </vt:lpstr>
      <vt:lpstr>FORMAT</vt:lpstr>
      <vt:lpstr>DATE FUNCTION</vt:lpstr>
      <vt:lpstr>SPLIT COLUMN</vt:lpstr>
      <vt:lpstr>FUNCTION OF MAXIMUM AND MINIMUM</vt:lpstr>
      <vt:lpstr>FUNCTION OF SUM AND AVERAGE</vt:lpstr>
      <vt:lpstr>REPORT VIEW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Admin</cp:lastModifiedBy>
  <cp:revision>2</cp:revision>
  <dcterms:created xsi:type="dcterms:W3CDTF">2025-12-08T06:44:56Z</dcterms:created>
  <dcterms:modified xsi:type="dcterms:W3CDTF">2025-12-08T06:57:15Z</dcterms:modified>
</cp:coreProperties>
</file>